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87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6T04:58:20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7440 1,'237'-1,"577"7,-6 41,-337 14,-3 21,676 208,590 340,-1273-405,-339-155,182 137,-233-150,-3 3,-2 3,86 107,-108-112,-2 2,-4 2,-2 1,-2 1,25 74,-24-34,-4 1,-5 1,22 197,-34-117,-12 264,-11-319,-7 0,-5-1,-6-1,-5-2,-6-1,-5-2,-107 212,73-193,-7-3,-6-5,-5-3,-6-5,-221 215,244-270,-3-5,-129 84,152-116,-1-2,-2-3,-1-3,-120 36,88-41,-152 16,-98-13,11-1,234-12,-130 32,-228 104,13 35,427-175,-1 0,0-2,0 0,-1-1,1-1,-1 0,0-2,0 0,-20-1,13-5,0 0,0-2,0-1,1-1,0-1,1-1,-40-22,-105-68,-166-131,-357-285,624 464,-882-661,-944-666,-54 61,1264 894,128 104,107 82,242 138,-290-95,334 144,-2 7,-237-31,249 56,0 7,-1 6,-158 16,298-9,-10 1,1 1,-36 9,53-10,0-1,1 1,0 0,-1 1,1-1,0 1,0 0,0 0,1 1,-1 0,1-1,0 1,0 1,0-1,0 1,-3 5,2 0,1-1,1 0,0 1,0 0,0 0,2 0,-1 0,1 0,0 0,2 13,2 20,13 58,-12-78,77 317,372 983,-405-1194,122 325,-113-303,225 548,-220-568,5-3,6-3,108 140,-46-102,300 279,203 95,-34-72,-455-362,4-6,198 91,-249-146,2-4,1-5,2-4,0-5,2-5,0-4,130-1,779-37,-914 12,-2-5,0-4,-1-4,-1-5,-2-4,-1-4,173-95,-215 100,-1-4,-2-1,-1-3,-3-2,-1-2,-2-2,-2-2,-3-1,-1-3,-3-1,-2-1,-3-2,-2-2,23-64,-30 52,-2-1,-4-1,-3 0,-3-1,-3 0,-4-1,-2 1,-4-1,-3 1,-19-88,-6 24,-6 1,-5 2,-7 2,-98-191,-199-264,134 288,-14 9,-11 11,-298-270,216 261,-11 15,-495-311,300 275,55 75,294 158,-312-90,390 141,0 4,-1 5,-1 4,-190 1,241 14,0 2,1 2,0 2,0 2,1 2,-76 32,91-30,2 1,0 1,0 1,2 2,1 1,0 1,1 1,2 1,1 2,-27 36,22-20,3 1,2 0,1 2,3 1,2 0,1 2,-10 56,5 10,6 2,-1 119,18 207,23-9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6T04:58:20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0,'14'78,"33"83,30 84,30 50,32 32,35 3,24-13,20-17,15-25,19-9,29 0,-33-46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6T04:58:21.0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6T04:58:23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6644,'249'-87,"70"-25,127-41,1702-450,-1710 511,635-51,-702 122,2 16,403 46,1199 306,-1359-175,-577-156,0 2,-1 2,-1 1,-1 2,-1 1,-2 2,0 1,33 36,-8 0,-1 3,92 143,-101-128,-4 1,-3 3,-4 1,-4 2,-4 1,-3 1,-5 2,12 111,-21-73,-6 1,-5 0,-6 0,-6-1,-38 177,8-129,-8-3,-7-2,-8-3,-112 215,81-212,-6-5,-8-4,-237 273,267-351,-4-3,-3-4,-3-3,-4-5,-103 61,138-99,-1-2,-2-3,0-2,-2-3,-1-3,0-2,-1-4,-1-2,0-3,-91 0,60-12,0-5,0-4,-107-28,-283-97,448 124,-1122-380,38-103,815 330,-552-397,684 425,6-7,7-8,7-6,-152-203,141 130,-174-321,-89-275,284 535,38 91,102 192,-16-31,22 39,0 1,-1 0,1 0,0 0,0 0,0 0,0 0,0 0,0 0,0 0,1-1,-1 1,0 0,0 0,1 0,-1 0,1 0,-1 0,1 0,-1 0,1 1,0-1,-1 0,1 0,0 0,0 1,0-1,0 0,-1 1,1-1,0 0,0 1,0-1,0 1,0 0,0-1,3 1,14-3,0 1,0 1,0 1,1 0,-1 1,30 6,377 73,232 88,1062 371,25 7,-1284-422,1160 183,-1446-277,165 17,-214-41,1-6,-1-5,133-24,-180 15,-1-3,-1-4,-1-3,-1-3,-1-4,76-44,-81 34,-3-3,-1-4,-3-2,-1-2,-3-3,-3-3,-2-1,68-105,-50 53,-5-4,-5-2,-5-3,56-181,-27 8,-13-3,40-373,-5-610,-87 817,-18 412,1 4,-9-90,5 120,-1 1,-1-1,-1 1,0 0,0 0,-2 0,0 1,-1 0,-11-17,-1-3,-138-208,-101-98,-8 24,-349-321,362 406,-510-353,591 472,-4 7,-4 8,-284-107,346 162,-3 6,0 4,-2 6,-1 6,-1 5,-238 2,281 18,-1 4,2 4,0 4,0 2,2 5,1 3,1 3,1 4,2 3,-137 91,190-112,1 1,0 0,1 2,1 0,1 1,0 1,2 0,-27 47,33-48,1 1,1 0,1 1,1 0,1 0,1 0,1 1,0-1,2 1,1 0,3 27,3 3,4 0,1-1,3 0,2-1,31 69,6-10,87 136,-64-126,6-3,4-3,6-5,134 125,-190-202,2-2,1-2,1-2,1-1,2-2,0-2,1-2,1-2,1-1,0-3,1-2,1-2,48 3,-90-11,0 0,0 0,0-1,0 1,0-1,0-1,0 1,0-1,0 0,0-1,0 1,-1-1,1 0,0-1,-1 1,0-1,7-5,4-11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71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92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48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83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81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49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35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2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3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78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7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88D7B-D104-43A8-B62D-A2993098BE57}" type="datetimeFigureOut">
              <a:rPr lang="en-IN" smtClean="0"/>
              <a:t>06-04-2022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659A130-4404-4129-99E4-D589475B396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59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645720-9376-47AF-B8DE-E19E5A833CB9}"/>
                  </a:ext>
                </a:extLst>
              </p14:cNvPr>
              <p14:cNvContentPartPr/>
              <p14:nvPr/>
            </p14:nvContentPartPr>
            <p14:xfrm>
              <a:off x="1713476" y="689258"/>
              <a:ext cx="5317200" cy="2663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645720-9376-47AF-B8DE-E19E5A833C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9476" y="581258"/>
                <a:ext cx="5424840" cy="28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290D13-84D0-41B4-9910-1A98A20D220F}"/>
                  </a:ext>
                </a:extLst>
              </p14:cNvPr>
              <p14:cNvContentPartPr/>
              <p14:nvPr/>
            </p14:nvContentPartPr>
            <p14:xfrm>
              <a:off x="2218196" y="2338058"/>
              <a:ext cx="716040" cy="1108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290D13-84D0-41B4-9910-1A98A20D22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4556" y="2230058"/>
                <a:ext cx="823680" cy="13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EC6A35-2329-48B9-991B-EBB01F1103C1}"/>
                  </a:ext>
                </a:extLst>
              </p14:cNvPr>
              <p14:cNvContentPartPr/>
              <p14:nvPr/>
            </p14:nvContentPartPr>
            <p14:xfrm>
              <a:off x="4197476" y="3927098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EC6A35-2329-48B9-991B-EBB01F1103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3476" y="381945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B296130-2976-4352-B1FA-2D976F8F220B}"/>
                  </a:ext>
                </a:extLst>
              </p14:cNvPr>
              <p14:cNvContentPartPr/>
              <p14:nvPr/>
            </p14:nvContentPartPr>
            <p14:xfrm>
              <a:off x="4197476" y="1535618"/>
              <a:ext cx="3767760" cy="4029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B296130-2976-4352-B1FA-2D976F8F22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3476" y="1427978"/>
                <a:ext cx="3875400" cy="42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CEC63E-5926-4BB4-8052-3CB9737785FF}"/>
                  </a:ext>
                </a:extLst>
              </p:cNvPr>
              <p:cNvSpPr txBox="1"/>
              <p:nvPr/>
            </p:nvSpPr>
            <p:spPr>
              <a:xfrm>
                <a:off x="614597" y="2975547"/>
                <a:ext cx="8804095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96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96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96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9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96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96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IN" sz="9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CEC63E-5926-4BB4-8052-3CB973778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97" y="2975547"/>
                <a:ext cx="8804095" cy="14773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15849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Rishika Singh</dc:creator>
  <cp:lastModifiedBy>Rishika Singh</cp:lastModifiedBy>
  <cp:revision>1</cp:revision>
  <dcterms:created xsi:type="dcterms:W3CDTF">2022-04-06T04:56:57Z</dcterms:created>
  <dcterms:modified xsi:type="dcterms:W3CDTF">2022-04-06T04:59:52Z</dcterms:modified>
</cp:coreProperties>
</file>